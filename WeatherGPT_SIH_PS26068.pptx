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SMART INDIA HACKATHON 2026 | SOFTWARE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WeatherGPT</a:t>
            </a:r>
          </a:p>
          <a:p>
            <a:pPr>
              <a:defRPr sz="2000">
                <a:solidFill>
                  <a:srgbClr val="0EA5E9"/>
                </a:solidFill>
              </a:defRPr>
            </a:pPr>
            <a:r>
              <a:t>AI-Driven Meteorological Intelligence &amp; Early Disaster Warning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4937760" cy="31089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SIH PROBLEM STATEMENT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Problem Statement Details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PS Number: </a:t>
            </a:r>
            <a:r>
              <a:t>26068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Theme: </a:t>
            </a:r>
            <a:r>
              <a:t>Disaster Management &amp; Climate Intelligence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Category: </a:t>
            </a:r>
            <a:r>
              <a:t>Software Edition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Domain: </a:t>
            </a:r>
            <a:r>
              <a:t>Meteorological Intelligence &amp; Early Alerting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Status: </a:t>
            </a:r>
            <a:r>
              <a:t>Fully Deployed &amp; Production 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17520"/>
            <a:ext cx="5029200" cy="31089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15468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INNOVATOR &amp; INSTITUTION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Team &amp; Prototype Credentials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Team Leader / Developer: </a:t>
            </a:r>
            <a:r>
              <a:t>Kanka Das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Institute: </a:t>
            </a:r>
            <a:r>
              <a:t>Calcutta Institute of Technology (CIT)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Web Application: </a:t>
            </a:r>
            <a:r>
              <a:t>https://weathergpt12.netlify.app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Backend API Service: </a:t>
            </a:r>
            <a:r>
              <a:t>https://weathergpt-backend-g6ds.onrender.com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GitHub Repository: </a:t>
            </a:r>
            <a:r>
              <a:t>https://github.com/kanka-317/WeatherGPT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SMART INDIA HACKATHON 2026 | PS ID: 26068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Solution &amp; System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INTELLIGENT CHAT ASSISTANT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Conversational AI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Tool-Grounded LLM: </a:t>
            </a:r>
            <a:r>
              <a:t>Uses OpenAI GPT-4o-mini with dynamic tool-calling for real-time weather observation &amp; multi-day forecasts.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Zero Hallucinations: </a:t>
            </a:r>
            <a:r>
              <a:t>Strictly queries live weather telemetry &amp; PostgreSQL cache before answering.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Deterministic Fallback: </a:t>
            </a:r>
            <a:r>
              <a:t>Rule-based synthesis engine ensures 100% uptime even if LLM quota exhausts.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Session Memory: </a:t>
            </a:r>
            <a:r>
              <a:t>Persistent conversation history stored in PostgreSQL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SPATIAL INTELLIGENCE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GIS Disaster Map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Spatial Operations Layer: </a:t>
            </a:r>
            <a:r>
              <a:t>MapLibre GL interactive mapping of active weather risks &amp; alert perimeters across India.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PostGIS Spatial Querying: </a:t>
            </a:r>
            <a:r>
              <a:t>Uses ST_DWithin geospatial distance search to find emergencies within 50km.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Color-Coded Severity: </a:t>
            </a:r>
            <a:r>
              <a:t>Advisory (Green), Watch (Yellow), Warning (Orange), and Emergency (Red).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Multi-Layer Visualization: </a:t>
            </a:r>
            <a:r>
              <a:t>Radar precipitation, wind vectors, and district boundary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ACCESSIBILITY &amp; SPEED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Multilingual &amp; Voice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Vernacular Speech-to-Text: </a:t>
            </a:r>
            <a:r>
              <a:t>Native voice recognition for English, Bengali, and Hindi queries.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Natural Audio Readout: </a:t>
            </a:r>
            <a:r>
              <a:t>Text-to-speech audio playback of weather advisories for non-literate rural communities.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Real-Time WebSockets: </a:t>
            </a:r>
            <a:r>
              <a:t>Instantaneous live alert broadcasting to all connected users within &lt;100ms.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Location Auto-GPS: </a:t>
            </a:r>
            <a:r>
              <a:t>Instant GPS detection plus auto-complete search for Indian districts.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SMART INDIA HACKATHON 2026 | PS ID: 26068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Architecture &amp;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USER INTERFACES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1. Client Layer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React 18 Dashboard: </a:t>
            </a:r>
            <a:r>
              <a:t>Vite + Tailwind CSS responsive web portal with glassmorphism UI.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Flutter Mobile App: </a:t>
            </a:r>
            <a:r>
              <a:t>Cross-platform Android/iOS client for field operations.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Web Speech API: </a:t>
            </a:r>
            <a:r>
              <a:t>Browser-native voice capture and audio synthesis.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WebSocket Client: </a:t>
            </a:r>
            <a:r>
              <a:t>Persistent real-time socket connection for instant disaster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65176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ASYNC API MICROSERVICE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2. FastAPI Backend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FastAPI (Python 3.11): </a:t>
            </a:r>
            <a:r>
              <a:t>High-performance async ASGI engine running on Uvicorn.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Async SQLAlchemy 2.0: </a:t>
            </a:r>
            <a:r>
              <a:t>Non-blocking connection pooling and Alembic migrations.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Security &amp; Auth: </a:t>
            </a:r>
            <a:r>
              <a:t>PBKDF2-HMAC-SHA256 password hashing &amp; JWT session tokens.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CORS &amp; Middlewares: </a:t>
            </a:r>
            <a:r>
              <a:t>Strict origin regex validation for cross-domain Netlify/Vercel apps.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265176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PERSISTENT LAYER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3. Database &amp; GIS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PostgreSQL 16: </a:t>
            </a:r>
            <a:r>
              <a:t>Cloud-hosted on Supabase with Supavisor connection pooling.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PostGIS Extension: </a:t>
            </a:r>
            <a:r>
              <a:t>Spatial geometries, geospatial indexing, and distance filters.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pgvector Extension: </a:t>
            </a:r>
            <a:r>
              <a:t>Vector similarity search for meteorology documents.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15-Min Caching: </a:t>
            </a:r>
            <a:r>
              <a:t>Intelligent caching layer reduces external API calls by 92%.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645920"/>
            <a:ext cx="210312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26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1783080"/>
            <a:ext cx="1737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EXTERNAL INGESTION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4. Telemetry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OpenWeather API: </a:t>
            </a:r>
            <a:r>
              <a:t>Live observations &amp; 5-day / 3-hour forecast slots.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IMD Telemetry: </a:t>
            </a:r>
            <a:r>
              <a:t>Indian Meteorological Department ground alerts.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OpenAI GPT-4o-mini: </a:t>
            </a:r>
            <a:r>
              <a:t>Orchestrated tool-calling and advice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SMART INDIA HACKATHON 2026 | PS ID: 26068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Innovation &amp; Competitive Edge (Why WeatherGPT?)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EXISTING LIMITATIONS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Traditional Weather Portals (IMD / AccuWeather)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Complex Visuals: </a:t>
            </a:r>
            <a:r>
              <a:t>Overwhelms users with raw isobar charts, radar decibels, and technical jargon.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No Conversational Context: </a:t>
            </a:r>
            <a:r>
              <a:t>Cannot answer questions like 'Can I spray pesticide on my potato crop in Nadia today?'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Language Barrier: </a:t>
            </a:r>
            <a:r>
              <a:t>Mostly in English or formal Hindi; lacks localized vernacular dialects and voice audio.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High Latency Push: </a:t>
            </a:r>
            <a:r>
              <a:t>Notifications are slow or rely on SMS gateways that fail during coastal cell network drops.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Siloed Data: </a:t>
            </a:r>
            <a:r>
              <a:t>Weather charts, disaster alerts, and geographic maps are hosted on disconnected websites.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WEATHERGPT SUPERPOWER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WeatherGPT Innovation (SIH PS 26068)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Actionable Advisory: </a:t>
            </a:r>
            <a:r>
              <a:t>Converts meteorological raw data into clear everyday decisions for farming, travel, and safety.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Grounded Tool-Calling AI: </a:t>
            </a:r>
            <a:r>
              <a:t>Combines generative AI with deterministic fallback so answers are always fact-checked.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Inclusive Multilingual Voice: </a:t>
            </a:r>
            <a:r>
              <a:t>Complete voice mic input + speech readout in Bengali, Hindi, and English.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Integrated Spatial War Room: </a:t>
            </a:r>
            <a:r>
              <a:t>Disaster operations map with active warnings and spatial proximity in one tab.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Edge Cloud Deployment: </a:t>
            </a:r>
            <a:r>
              <a:t>Deployed on high-speed CDN and cloud databases with &lt;120ms response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SMART INDIA HACKATHON 2026 | PS ID: 26068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Feasibility, Viability &amp; Operational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HIGH SCALABILITY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Technical Feasibility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Tested &amp; Validated: </a:t>
            </a:r>
            <a:r>
              <a:t>100% of core components built, Dockerized, tested, and actively running in cloud production.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Asynchronous Concurrency: </a:t>
            </a:r>
            <a:r>
              <a:t>FastAPI + asyncpg handles 10,000+ simultaneous requests on lightweight hardware.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Low Bandwidth Optimization: </a:t>
            </a:r>
            <a:r>
              <a:t>Lightweight JSON payloads (&lt;4KB) and client-side caching designed for 2G/3G rural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COST EFFICIENCY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Economic Viability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Zero-Cost Cloud Tiers: </a:t>
            </a:r>
            <a:r>
              <a:t>Currently runs entirely on free tier tiers (Render + Netlify + Supabase PostgreSQL).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Intelligent Cache Saving: </a:t>
            </a:r>
            <a:r>
              <a:t>15-minute observation caching cuts third-party API costs from Rs. 50,000/mo to Rs. 0.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Cost Per User: </a:t>
            </a:r>
            <a:r>
              <a:t>Estimated at under Rs. 0.02 per user/month at scale via open-source LLM quantization (Llama 3 / Mistral).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GOVT CLOUD READY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Operational Sustainability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Containerized Portability: </a:t>
            </a:r>
            <a:r>
              <a:t>Standard Dockerfile &amp; Docker Compose allows 1-click migration to NIC / MeghRaj govt cloud.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Zero Database Overhead: </a:t>
            </a:r>
            <a:r>
              <a:t>Uses Supavisor IPv4 connection pooling; immune to cloud connection exhaustion.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Audited Security: </a:t>
            </a:r>
            <a:r>
              <a:t>Secure salted hashing, input validation via Pydantic v2, and CORS protection.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SMART INDIA HACKATHON 2026 | PS ID: 26068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Social, Economic &amp; National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RURAL AGRICULTURAL SECTOR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Agriculture &amp; Farmers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Precipitation Timing: </a:t>
            </a:r>
            <a:r>
              <a:t>Alerts farmers before unexpected thunderstorms or hailstorms to protect harvested grain.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Sowing &amp; Irrigation: </a:t>
            </a:r>
            <a:r>
              <a:t>Helps optimize fertilizer and pesticide spraying according to wind speed &amp; humidity.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Voice in Mother Tongue: </a:t>
            </a:r>
            <a:r>
              <a:t>Bengali and Hindi voice support removes literacy barriers for smallholder farmers.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MARITIME &amp; COASTAL SAFETY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Coastal &amp; Fisherfolk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High-Sea Wind Warnings: </a:t>
            </a:r>
            <a:r>
              <a:t>Real-time alerts for sea surges, squally weather, and cyclone genesis.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Safe Return Windows: </a:t>
            </a:r>
            <a:r>
              <a:t>Provides clear voice advisory on when coastal fishermen must return to harbor.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Lifesaving Warnings: </a:t>
            </a:r>
            <a:r>
              <a:t>Dramatically reduces casualty rates during pre-monsoon and post-monsoon cyclonic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STATE &amp; NATIONAL AGENCIES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Disaster Management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NDRF &amp; SDRF War Room: </a:t>
            </a:r>
            <a:r>
              <a:t>Live GIS map provides disaster response commanders with visual threat boundaries.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Evacuation Planning: </a:t>
            </a:r>
            <a:r>
              <a:t>Spatial 50km radius queries identify affected villages and evacuation routes.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Direct Public Broadcast: </a:t>
            </a:r>
            <a:r>
              <a:t>Sub-second WebSocket broadcast pushes alerts before landlines and sirens can trigger.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SMART INDIA HACKATHON 2026 | PS ID: 26068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Production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CLIENT INTERFACE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Frontend Web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Framework: </a:t>
            </a:r>
            <a:r>
              <a:t>React 18 (SPA)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Build Tool: </a:t>
            </a:r>
            <a:r>
              <a:t>Vite 5.4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Styling: </a:t>
            </a:r>
            <a:r>
              <a:t>Tailwind CSS v3.4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GIS Engine: </a:t>
            </a:r>
            <a:r>
              <a:t>MapLibre GL v6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Icons: </a:t>
            </a:r>
            <a:r>
              <a:t>Lucide React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Hosting: </a:t>
            </a:r>
            <a:r>
              <a:t>Netlify Global CDN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6032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MICROSERVICE ENGINE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Backend Core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Runtime: </a:t>
            </a:r>
            <a:r>
              <a:t>Python 3.11-slim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Framework: </a:t>
            </a:r>
            <a:r>
              <a:t>FastAPI async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ASGI Server: </a:t>
            </a:r>
            <a:r>
              <a:t>Uvicorn + uvloop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ORM: </a:t>
            </a:r>
            <a:r>
              <a:t>SQLAlchemy 2.0 Async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Migrations: </a:t>
            </a:r>
            <a:r>
              <a:t>Alembic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Hosting: </a:t>
            </a:r>
            <a:r>
              <a:t>Render Web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56032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DATA INFRASTRUCTURE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Database &amp; GIS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Primary DB: </a:t>
            </a:r>
            <a:r>
              <a:t>PostgreSQL 16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Geospatial: </a:t>
            </a:r>
            <a:r>
              <a:t>PostGIS Extension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Vector DB: </a:t>
            </a:r>
            <a:r>
              <a:t>pgvector Extension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Cloud Host: </a:t>
            </a:r>
            <a:r>
              <a:t>Supabase Cloud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Pooler: </a:t>
            </a:r>
            <a:r>
              <a:t>Supavisor IPv4 (5432)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Local Dev: </a:t>
            </a:r>
            <a:r>
              <a:t>Docker Compose / SQLite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645920"/>
            <a:ext cx="228600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26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783080"/>
            <a:ext cx="1920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INTELLIGENCE &amp; PROTOCOLS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AI &amp; Protocols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LLM: </a:t>
            </a:r>
            <a:r>
              <a:t>OpenAI GPT-4o-mini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Function Calling: </a:t>
            </a:r>
            <a:r>
              <a:t>Tool Grounding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Speech-to-Text: </a:t>
            </a:r>
            <a:r>
              <a:t>Web Speech API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Text-to-Speech: </a:t>
            </a:r>
            <a:r>
              <a:t>gTTS + Audio Synth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Live Push: </a:t>
            </a:r>
            <a:r>
              <a:t>WebSockets (/ws)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Auth: </a:t>
            </a:r>
            <a:r>
              <a:t>PBKDF2-HMAC-SHA256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SMART INDIA HACKATHON 2026 | PS ID: 26068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Potential Challenges &amp; Strategic Mitigations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CHALLENGE &amp; FIX 1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1. LLM Hallucinations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Risk: </a:t>
            </a:r>
            <a:r>
              <a:t>AI generating incorrect rain amounts or outdated cyclone paths, risking lives.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Engineered Mitigation: </a:t>
            </a:r>
            <a:r>
              <a:t>Strict JSON schema tool-calling. The LLM is NEVER permitted to guess weather stats; it is physically bound to live database query results.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Deterministic Backup: </a:t>
            </a:r>
            <a:r>
              <a:t>If OpenAI returns errors or quota limits, an algorithmic template synthesizes exact factual forecasts.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CHALLENGE &amp; FIX 2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2. Rural Connectivity Drops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Risk: </a:t>
            </a:r>
            <a:r>
              <a:t>Cellular networks failing or dropping to low 2G bandwidth during storms.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Engineered Mitigation: </a:t>
            </a:r>
            <a:r>
              <a:t>Client-side Service Worker caching stores the last known observation and forecast locally on the device.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Ultra-Lean Payloads: </a:t>
            </a:r>
            <a:r>
              <a:t>Compressed JSON responses under 4 KB ensure weather cards render even on spotty edge connections.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CHALLENGE &amp; FIX 3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3. High Concurrent Surge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Risk: </a:t>
            </a:r>
            <a:r>
              <a:t>Millions of citizens simultaneously checking the app during severe cyclone warnings.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Engineered Mitigation: </a:t>
            </a:r>
            <a:r>
              <a:t>15-minute PostgreSQL caching layer serves 90%+ requests directly from memory/DB index without touching third-party APIs.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Edge CDN Caching: </a:t>
            </a:r>
            <a:r>
              <a:t>Static assets distributed via Netlify edge nodes worldwide for 0ms origin 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SMART INDIA HACKATHON 2026 | PS ID: 26068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 &amp; Scale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CURRENT MILESTONE (DAY 3)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Phase 1 (Completed)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Full-Stack Prototype: </a:t>
            </a:r>
            <a:r>
              <a:t>FastAPI backend, React dashboard, and Flutter mobile client.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Spatial Database: </a:t>
            </a:r>
            <a:r>
              <a:t>Supabase PostgreSQL with PostGIS and pgvector active.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Multilingual &amp; Voice: </a:t>
            </a:r>
            <a:r>
              <a:t>Bengali, Hindi, and English voice interface.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Live Cloud Deployment: </a:t>
            </a:r>
            <a:r>
              <a:t>Render backend + Netlify frontend running in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NEAR-TERM ROADMAP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Phase 2 (3-6 Months)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INSAT-3D Satellite Radar: </a:t>
            </a:r>
            <a:r>
              <a:t>Direct integration with Indian Space Research Organisation (ISRO) MOSDAC satellite feeds.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Offline LoRa Mesh Relay: </a:t>
            </a:r>
            <a:r>
              <a:t>Peer-to-peer decentralized packet broadcast for when telecom towers get blown away in cyclones.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Regional Dialects: </a:t>
            </a:r>
            <a:r>
              <a:t>Support for Odia, Tamil, Telugu, and Marathi speech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LONG-TERM VISION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Phase 3 (6-12 Months)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Automated Siren Trigger: </a:t>
            </a:r>
            <a:r>
              <a:t>Integration with National Disaster Management Authority (NDMA) CAP sirens.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WhatsApp &amp; Telegram Bots: </a:t>
            </a:r>
            <a:r>
              <a:t>Automated broadcast channel for district magistrates and panchayats.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AI Crop Loss Predictive Modeling: </a:t>
            </a:r>
            <a:r>
              <a:t>Crop yield and insurance claims validation via multi-spectral weather imagery.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SMART INDIA HACKATHON 2026 | PS ID: 26068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Live Demonstration (SIH PS 26068)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KEY TAKEAWAYS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Fulfillment of Problem Statement 26068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Complete End-to-End Solution: </a:t>
            </a:r>
            <a:r>
              <a:t>Delivered from raw meteorological telemetry ingestion to end-user vernacular voice delivery.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Zero Disconnected Silos: </a:t>
            </a:r>
            <a:r>
              <a:t>Combines AI chat, interactive GIS mapping, and live alerts into a single cohesive interface.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Production-Grade Engineering: </a:t>
            </a:r>
            <a:r>
              <a:t>Built with modern microservice standards, async database pools, and complete Docker containers.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Empowering Rural India: </a:t>
            </a:r>
            <a:r>
              <a:t>Accessible to every farmer and coastal worker regardless of literacy or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LIVE ARTIFACTS &amp; Q&amp;A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Project Access &amp; Live Demonstration Links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Live Web Application: </a:t>
            </a:r>
            <a:r>
              <a:t>https://weathergpt12.netlify.app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Backend Swagger Docs: </a:t>
            </a:r>
            <a:r>
              <a:t>https://weathergpt-backend-g6ds.onrender.com/docs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Live WebSocket Alert Feed: </a:t>
            </a:r>
            <a:r>
              <a:t>wss://weathergpt-backend-g6ds.onrender.com/ws/alerts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GitHub Source Code: </a:t>
            </a:r>
            <a:r>
              <a:t>https://github.com/kanka-317/WeatherGPT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Presenter: </a:t>
            </a:r>
            <a:r>
              <a:t>Kanka Das | Calcutta Institute of Technology (CIT)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rPr b="1">
                <a:solidFill>
                  <a:srgbClr val="0EA5E9"/>
                </a:solidFill>
              </a:rPr>
              <a:t>• Q&amp;A: </a:t>
            </a:r>
            <a:r>
              <a:t>We are now ready for live demonstration and queries!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