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SMART INDIA HACKATHON 2026 | SOFTWARE EDITION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WeatherGPT</a:t>
            </a:r>
          </a:p>
          <a:p>
            <a:pPr>
              <a:defRPr sz="1900">
                <a:solidFill>
                  <a:srgbClr val="0EA5E9"/>
                </a:solidFill>
              </a:defRPr>
            </a:pPr>
            <a:r>
              <a:t>AI-Driven Meteorological Intelligence &amp; Early Disaster Warning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5212080" cy="35661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61488"/>
            <a:ext cx="4846320" cy="3346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OFFICIAL SIH CHALLENGE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Problem Statement Overview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Problem Statement ID: </a:t>
            </a:r>
            <a:r>
              <a:t>26068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Theme: </a:t>
            </a:r>
            <a:r>
              <a:t>Disaster Management &amp; Climate Intelligence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Category: </a:t>
            </a:r>
            <a:r>
              <a:t>Software Edition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Objective: </a:t>
            </a:r>
            <a:r>
              <a:t>Develop an AI-driven meteorological intelligence and conversational assistant capable of real-time disaster early-warning, multilingual vernacular voice advisory, and GIS-based risk mapping for agricultural, coastal, and administrative stakeholders.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Target Users: </a:t>
            </a:r>
            <a:r>
              <a:t>Farmers, Coastal Fishermen, Disaster Response Forces (NDRF/SDRF), and Citizens.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51760"/>
            <a:ext cx="5212080" cy="35661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761488"/>
            <a:ext cx="4846320" cy="3346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TEAM &amp; PRODUCTION VERIFICATION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Team &amp; Deployment Credentials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Team Name: </a:t>
            </a:r>
            <a:r>
              <a:t>Helix Minds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Team Leader / Developer: </a:t>
            </a:r>
            <a:r>
              <a:t>Kanka Das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Institute: </a:t>
            </a:r>
            <a:r>
              <a:t>Calcutta Institute of Technology (CIT)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Production Web App: </a:t>
            </a:r>
            <a:r>
              <a:t>https://weathergpt12.netlify.app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Live API Backend: </a:t>
            </a:r>
            <a:r>
              <a:t>https://weathergpt-backend-g6ds.onrender.com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Interactive Docs: </a:t>
            </a:r>
            <a:r>
              <a:t>https://weathergpt-backend-g6ds.onrender.com/docs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GitHub Repository: </a:t>
            </a:r>
            <a:r>
              <a:t>https://github.com/kanka-317/WeatherGPT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SMART INDIA HACKATHON 2026 | PS ID: 26068 (SLIDE 2 OF 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Idea, Problem &amp;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484632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PROBLEM STATEMENT &amp; PHILOSOPHY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The Problem &amp; Core Concept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Cluttered &amp; Incomprehensible Portals: </a:t>
            </a:r>
            <a:r>
              <a:t>Current portals (IMD, AccuWeather) are overloaded with raw isobar charts, radar decibels, and meteorological jargon that general citizens cannot decipher.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Severe Literacy &amp; Dialect Exclusion: </a:t>
            </a:r>
            <a:r>
              <a:t>Over 65% of India's rural agricultural and coastal fisherfolk cannot read complex English/Hindi text bulletins, causing fatal delays during sudden convective storms.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Siloed, Non-Actionable Data: </a:t>
            </a:r>
            <a:r>
              <a:t>Weather maps, emergency alerts, and advisory channels exist in disconnected silos. Farmers cannot ask direct practical questions like 'Can I spray pesticide on my crop in Nadia tomorrow?'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The WeatherGPT Idea: </a:t>
            </a:r>
            <a:r>
              <a:t>An explainable, conversational intelligence war room. It connects raw atmospheric telemetry directly into actionable plain-language advisories and live GIS risk heatmaps.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Closed-Loop Cycle: </a:t>
            </a:r>
            <a:r>
              <a:t>Ingest (Live Telemetry) -&gt; Ground (PostgreSQL + PostGIS) -&gt; Synthesize (Tool-Calling AI + Deterministic Backup) -&gt; Broadcast (Sub-100ms WebSockets + Voice).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81328"/>
            <a:ext cx="484632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SOLUTION &amp; COMPETITIVE EDGE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Proposed Solution &amp; Uniqueness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Tool-Grounded Conversational AI: </a:t>
            </a:r>
            <a:r>
              <a:t>Queries live OpenWeather and IMD observations dynamically before answering. 100% factual with zero hallucinations.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Interactive GIS Disaster Operations Map: </a:t>
            </a:r>
            <a:r>
              <a:t>MapLibre GL radar overlays combined with PostGIS spatial proximity search (ST_DWithin) for threat detection within 50 km.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Pan-India Vernacular Voice Engine: </a:t>
            </a:r>
            <a:r>
              <a:t>Native speech-to-text mic input and natural text-to-speech voice audio readout in Bengali, Hindi, and English.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Sub-Second Live Push Alerts: </a:t>
            </a:r>
            <a:r>
              <a:t>WebSocket broadcasting pushes high-priority disaster warnings directly to connected field screens in under 100 milliseconds.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Deterministic Zero-Cost Fallback: </a:t>
            </a:r>
            <a:r>
              <a:t>Built-in algorithmic rule engine ensures 100% uninterrupted advisory even if commercial LLM quotas or cloud APIs drop.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92% API Cost Reduction: </a:t>
            </a:r>
            <a:r>
              <a:t>Intelligent 15-minute observation caching in PostgreSQL reduces expensive external API queries by over 92%.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SMART INDIA HACKATHON 2026 | PS ID: 26068 (SLIDE 3 OF 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Technical Approach &amp;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365760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2926080" cy="343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CLIENT INTERFACE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1. Client &amp; Presentation Layer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React 18 Dashboard: </a:t>
            </a:r>
            <a:r>
              <a:t>Vite 5.4 + Tailwind CSS responsive SPA deployed on Netlify Global Edge CDN.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MapLibre GL v6 Engine: </a:t>
            </a:r>
            <a:r>
              <a:t>Zero-WebGL-failure GIS canvas rendering active weather risk polygons.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Flutter Mobile Client: </a:t>
            </a:r>
            <a:r>
              <a:t>Cross-platform Android/iOS client with Riverpod state management.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Web Speech API: </a:t>
            </a:r>
            <a:r>
              <a:t>Browser-native voice mic recognition &amp; audio speech synthesis.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291840" cy="365760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481328"/>
            <a:ext cx="2926080" cy="343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FASTAPI ENGINE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2. Core Backend Microservice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FastAPI (Python 3.11): </a:t>
            </a:r>
            <a:r>
              <a:t>High-performance asynchronous ASGI service deployed on Render Docker.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Async SQLAlchemy 2.0: </a:t>
            </a:r>
            <a:r>
              <a:t>Non-blocking connection pooling and automated Alembic schema migrations.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WebSocket Alert Manager: </a:t>
            </a:r>
            <a:r>
              <a:t>Real-time push engine broadcasting active emergencies to active sessions.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PBKDF2 &amp; JWT Security: </a:t>
            </a:r>
            <a:r>
              <a:t>Salted password hashing and stateless JWT token authentication.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365760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81328"/>
            <a:ext cx="3017520" cy="343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CLOUD SPATIAL DB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3. Database &amp; Spatial Storage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Supabase PostgreSQL 16: </a:t>
            </a:r>
            <a:r>
              <a:t>Cloud-hosted Postgres with Supavisor IPv4 session connection pooler.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PostGIS Geospatial Engine: </a:t>
            </a:r>
            <a:r>
              <a:t>Spatial geometries, spatial indexes (GIST), and ST_DWithin filters.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pgvector Extension: </a:t>
            </a:r>
            <a:r>
              <a:t>Vector similarity search for meteorology emergency SOP documents.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15-Min Smart Cache: </a:t>
            </a:r>
            <a:r>
              <a:t>Observation cache eliminates duplicate external API queries.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12080"/>
            <a:ext cx="10698480" cy="12801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21808"/>
            <a:ext cx="103327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VERIFIED PIPELINE &amp; LIVE ENDPOINTS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Core Intelligence Pipeline &amp; Live Production Verification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Data Pipeline Flow: </a:t>
            </a:r>
            <a:r>
              <a:t>Weather Request -&gt; PostgreSQL 15-Min Cache Check -&gt; OpenWeather/IMD Ingestion -&gt; Tool-Calling LLM / Deterministic Synthesizer -&gt; WebSocket Push + Audio Readout.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Live Production URLs: </a:t>
            </a:r>
            <a:r>
              <a:t>Web: https://weathergpt12.netlify.app | Backend: https://weathergpt-backend-g6ds.onrender.com | Swagger Docs: /docs | WebSocket: /ws/alerts | GitHub: kanka-317/WeatherGPT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SMART INDIA HACKATHON 2026 | PS ID: 26068 (SLIDE 4 OF 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Feasibility, Viability &amp; Risk Mitigations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840480" cy="49377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347472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ENGINEERING &amp; ECONOMICS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Feasibility &amp; Sustainability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Fully Deployed Prototype: </a:t>
            </a:r>
            <a:r>
              <a:t>100% of features developed, Dockerized, tested, and actively running in cloud production.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Asynchronous Concurrency: </a:t>
            </a:r>
            <a:r>
              <a:t>FastAPI + asyncpg event loop handles 10,000+ concurrent WebSocket connections with under 180MB RAM.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Low Bandwidth Optimization: </a:t>
            </a:r>
            <a:r>
              <a:t>Ultra-lean JSON payloads (&lt;4KB) and client caching designed for 2G/3G rural networks.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Zero-Cost Production Stack: </a:t>
            </a:r>
            <a:r>
              <a:t>Operates entirely on free-tier infrastructure (Render + Netlify + Supabase), proving economic viability.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Scalable Unit Economics: </a:t>
            </a:r>
            <a:r>
              <a:t>Estimated at under Rs. 0.02 per user/month at scale via open-source quantized LLMs.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Government Cloud Ready: </a:t>
            </a:r>
            <a:r>
              <a:t>Standard Dockerfile allows 1-click migration to NIC / MeghRaj national cloud.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371600"/>
            <a:ext cx="6583680" cy="49377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481328"/>
            <a:ext cx="621792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RISK MANAGEMENT MATRIX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Challenges &amp; Engineered Mitigations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Challenge 1: AI Hallucinations in Disaster Scenarios: </a:t>
            </a:r>
            <a:r>
              <a:t>Real Risk: LLM generating wrong rain amounts or false cyclone landfall paths.
  -&gt; Engineered Mitigation: Strict JSON schema tool-calling. The LLM is physically forbidden from inventing numbers and must cite PostgreSQL telemetry. Algorithmic deterministic engine acts as a 100% factual fail-safe.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Challenge 2: Rural Cellular Network Dropouts: </a:t>
            </a:r>
            <a:r>
              <a:t>Real Risk: 4G towers going down or throttled to 2G during severe convective storms.
  -&gt; Engineered Mitigation: LocalStorage &amp; ServiceWorker caching keeps the latest weather observation and emergency card accessible offline on the device.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Challenge 3: High Server Surges During Landfall: </a:t>
            </a:r>
            <a:r>
              <a:t>Real Risk: Millions of citizens querying the app simultaneously during red alert.
  -&gt; Engineered Mitigation: 15-minute PostgreSQL observation caching serves 92%+ of queries directly from memory/DB indices without touching external APIs.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Challenge 4: Multi-Dialect Regional Accents: </a:t>
            </a:r>
            <a:r>
              <a:t>Real Risk: Farmers speaking Bengali or Hindi with strong regional colloquial accents.
  -&gt; Engineered Mitigation: Web Speech API with phonetic phonetic token normalization and bilingual fallback dictionaries.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SMART INDIA HACKATHON 2026 | PS ID: 26068 (SLIDE 5 OF 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Impact, Benefits &amp; Strategic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3749039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2926080" cy="352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RURAL AGRICULTURAL SECTOR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Agriculture &amp; Farmers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Precipitation Timing: </a:t>
            </a:r>
            <a:r>
              <a:t>Alerts farmers before sudden hailstorms or unseasonal downpours to protect harvested grain.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Sowing &amp; Chemical Spraying: </a:t>
            </a:r>
            <a:r>
              <a:t>Provides precise wind and humidity windows for pesticide and fertilizer application.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Mother Tongue Voice: </a:t>
            </a:r>
            <a:r>
              <a:t>Bengali and Hindi voice interface removes digital and literacy barriers for smallholder farmers.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291840" cy="3749039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481328"/>
            <a:ext cx="2926080" cy="352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MARITIME &amp; FISHERFOLK SAFETY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Coastal &amp; Fisherfolk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High-Sea Wind Warnings: </a:t>
            </a:r>
            <a:r>
              <a:t>Real-time alerts for sea surges, squally weather, and cyclonic storm genesis.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Safe Return Windows: </a:t>
            </a:r>
            <a:r>
              <a:t>Clear voice advisory telling fishermen exactly when they must return to harbor.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Lifesaving Warnings: </a:t>
            </a:r>
            <a:r>
              <a:t>Drastically minimizes casualty rates during pre-monsoon and post-monsoon cyclone seasons.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3749039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81328"/>
            <a:ext cx="3017520" cy="352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STATE &amp; NATIONAL AGENCIES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Disaster Agencies (NDRF/SDRF)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Digital War Room: </a:t>
            </a:r>
            <a:r>
              <a:t>Live GIS map provides response commanders with visual threat boundaries and alert tiers.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Spatial Evacuation Search: </a:t>
            </a:r>
            <a:r>
              <a:t>50km PostGIS radius queries identify vulnerable villages and transit corridors.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Sub-Second Broadcast: </a:t>
            </a:r>
            <a:r>
              <a:t>WebSocket push delivers emergency alerts before landline sirens can even be activated.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03520"/>
            <a:ext cx="10698480" cy="118872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13248"/>
            <a:ext cx="10332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QUANTIFIED IMPACT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Measurable Efficiency Gains &amp; National Alignment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API Cost Reduction: </a:t>
            </a:r>
            <a:r>
              <a:t>92% savings achieved via PostgreSQL 15-minute smart caching (Rs. 0 recurring cloud API fees).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Alert Push Latency: </a:t>
            </a:r>
            <a:r>
              <a:t>Sub-100 millisecond WebSocket delivery compared to 15-30 minute legacy SMS broadcast delays.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Policy Alignment: </a:t>
            </a:r>
            <a:r>
              <a:t>Directly supports National Disaster Management Plan (NDMP), IMD Common Alerting Protocol, and Mission LiFE.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SMART INDIA HACKATHON 2026 | PS ID: 26068 (SLIDE 6 OF 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Research, References &amp;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484632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SCIENTIFIC &amp; INSTITUTIONAL GROUNDING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Research, Policies &amp; Benchmarks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1. Policy &amp; Ecosystem Alignment: </a:t>
            </a:r>
            <a:r>
              <a:t>National Disaster Management Authority (NDMA) Common Alerting Protocol (CAP) standard compliance; Indian Meteorological Department (IMD) 4-stage color-coded alert matrix (Green, Yellow, Orange, Red); Mission LiFE climate-resilient agriculture guidelines.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2. Technology &amp; Architecture Benchmarking: </a:t>
            </a:r>
            <a:r>
              <a:t>PostgreSQL PostGIS geospatial indexing (GIST) for sub-millisecond ST_DWithin distance queries; FastAPI asynchronous ASGI event loop benchmarked for high-concurrency alert broadcasting; MapLibre GL raster/vector canvas for zero-WebGL crash map rendering.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3. Literature &amp; Scientific References: </a:t>
            </a:r>
            <a:r>
              <a:t>World Meteorological Organization (WMO) 'Early Warnings for All' global framework; research on Explainable AI (XAI) in disaster management avoiding black-box decision models; phonetic speech processing for Indic languages (Bengali/Hindi).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Presenting Tip for Helix Minds: </a:t>
            </a:r>
            <a:r>
              <a:t>Demonstrate the live system on your laptop or phone! Show the live Netlify web dashboard, switch languages to Bengali/Hindi, click the Mic to ask a query, and open the GIS Disaster Map.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81328"/>
            <a:ext cx="484632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A5E9"/>
                </a:solidFill>
              </a:defRPr>
            </a:pPr>
            <a:r>
              <a:t>STRATEGIC VISION &amp; LIVE LINKS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Roadmap &amp; Live Demonstration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Phase 1 (Completed &amp; Deployed): </a:t>
            </a:r>
            <a:r>
              <a:t>Full-stack production system, Supabase PostGIS cloud DB, multilingual voice in 3 languages, interactive GIS map, live Render backend, and Netlify edge deployment.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Phase 2 (Next 3-6 Months): </a:t>
            </a:r>
            <a:r>
              <a:t>Direct integration with ISRO MOSDAC satellite radar feeds (INSAT-3D/3DR); offline LoRa/BLE mesh relay network for when cellular towers collapse during cyclones; expansion to Odia, Tamil, and Telugu.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Phase 3 (Next 6-12 Months): </a:t>
            </a:r>
            <a:r>
              <a:t>Direct integration with NDMA CAP national siren infrastructure; automated WhatsApp and Telegram disaster broadcast bots for district panchayats and magistrates.</a:t>
            </a:r>
          </a:p>
          <a:p>
            <a:pPr>
              <a:spcAft>
                <a:spcPts val="400"/>
              </a:spcAft>
              <a:defRPr sz="1000">
                <a:solidFill>
                  <a:srgbClr val="E2E8F0"/>
                </a:solidFill>
              </a:defRPr>
            </a:pPr>
            <a:r>
              <a:rPr b="1">
                <a:solidFill>
                  <a:srgbClr val="0EA5E9"/>
                </a:solidFill>
              </a:rPr>
              <a:t>• Live Demonstration Links: </a:t>
            </a:r>
            <a:r>
              <a:t>• Web App: https://weathergpt12.netlify.app
• Swagger API Docs: https://weathergpt-backend-g6ds.onrender.com/docs
• WebSocket Feed: wss://weathergpt-backend-g6ds.onrender.com/ws/alerts
• GitHub Repo: https://github.com/kanka-317/WeatherGPT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